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Async JavaScript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pages interactive and connected to the wider web.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modify the page, react to user events, persist with localStorage, and fetch data from APIs with async/await.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12064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47548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&lt;h1&gt;My site&lt;/h1&gt;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&lt;ul&gt;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&lt;li&gt;Item 1&lt;/li&gt;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&lt;li&gt;Item 2&lt;/li&gt;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&lt;/ul&gt;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the browser's tree of nodes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can read it, change it, listen for events on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01752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7432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74904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374904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95360" y="3474720"/>
            <a:ext cx="-173736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3474720"/>
            <a:ext cx="173736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48056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42062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4480560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32720" y="42062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5212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5212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32720" y="5212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5212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32720" y="4937760"/>
            <a:ext cx="-82296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32720" y="4937760"/>
            <a:ext cx="64008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changing the DOM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you'll do daily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— first match (returns one node)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 — all matches (returns NodeList)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— read or write text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classList.add/remove/toggle — manage classes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+ append — add new elements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one element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title = document.querySelector('h1');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title.textContent = 'Hello DOM';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many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document.querySelectorAll('li');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items.forEach(li =&gt; li.classList.add('done'));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toggle a class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btn.classList.toggle('active');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+ append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 = document.createElement('li');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'New item';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list.append(li);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li.remove();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the browser's nervous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54480"/>
            <a:ext cx="22860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types,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scrolls, submits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22860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15544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554480"/>
            <a:ext cx="22860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fires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object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2860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55080" y="15544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554480"/>
            <a:ext cx="22860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32520" y="22860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15544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1554480"/>
            <a:ext cx="22860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CHANGE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page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112471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you'll listen to most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3941064"/>
            <a:ext cx="108813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977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click or tap on an element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343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on every keystroke in an input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672584"/>
            <a:ext cx="108813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4709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when an input's value is committed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5074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when a &lt;form&gt; is submitted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404104"/>
            <a:ext cx="108813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440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keydown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5440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when a key is pressed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DOMContentLoaded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0" y="5806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is ready (fired on document)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for events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— the only way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Element.addEventListener('event', handler)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receives the event object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event.target is the element that fired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event.preventDefault() stops default behavior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form submit reload, link navigation)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listeners on one element are fine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document.querySelector('#add');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input = document.querySelector('#task');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document.querySelector('form');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click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console.log('button clicked');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 — fires on every keystroke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input.addEventListener('input', (e)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console.log(e.target.value);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submit — prevent page reload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 (e)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your logic here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persistence in 4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localStorage?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page refresh, tab close, restart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Per-origin (per domain), ~5MB limit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Key/value, STRINGS only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on save, JSON.parse on load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no await needed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by user clearing browser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(always stringify)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tasks = [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text: 'Buy milk', done: false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'tasks',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JSON.stringify(tasks)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 (always parse, with fallback)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raw = localStorage.getItem('tasks');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loaded = raw ? JSON.parse(raw) : [];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localStorage.removeItem('tasks');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clear everything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localStorage.clear();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— code that doesn't block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line by line, top to bottom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7899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5740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0574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2s 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205740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0" y="205740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 FROZEN while waiting — bad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— fetch starts, code keeps running, callback fires when ready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107899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2336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402336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starts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402336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4023360"/>
            <a:ext cx="274320" cy="2743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58400" y="402336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resolves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14600" y="4846320"/>
            <a:ext cx="76809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514600" y="4937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 flight (browser handles it)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stays responsive — your code keeps running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tells JavaScript: 'pause THIS function until the promise resolves — but let the rest of the app run'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 + fetch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you'll write 100 times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returns a Promise → resolves to a Response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res.ok before parsing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try/catch — networks fail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inside async functions only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swallow errors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fetchQuote()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'https://api.quotable.io/random'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(!res.ok)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Error('HTTP ' + res.status);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res.json();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console.error('Failed:', err);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 = await fetchQuote();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(q) showQuote(q);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your console ToDo into a real interactive web app.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to add tasks (input + button)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checkbox to toggle done; ✕ button to delete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persist via localStorage between refreshes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buttons: All / Open / Done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Empty-state message when no tasks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'Inspire me' button fetches &amp; displays a quote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async errors handled with try/catch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page deployed via Replit or Vercel static. URL shared in standup. Tasks survive a hard refresh.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JSON.stringify / parse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stores STRINGS only. Save an object with setItem and you get '[object Object]' back. Always JSON.stringify on save and JSON.parse on load.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promise rejections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function that throws without a try/catch silently breaks. The user sees nothing; the page just stops working. Wrap every await in try/catch.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res.ok before parsing JSON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doesn't throw on a 404 or 500 — it just returns a Response with ok: false. If you skip the check, res.json() will crash on the error page's HTML.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 after every state change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surgically update one &lt;li&gt;. Re-render the whole list from the tasks array every time. Simpler, fewer bugs, and the foundation of how React thinks.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DOM, Events &amp; Async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92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document.querySelector('.x')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match (one node)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document.querySelectorAll('.x')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matches (NodeList)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el.textContent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or write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el.innerHTML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or write HTML (careful — XSS)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el.classList.add/remove/toggle('x')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el.setAttribute('name', 'val')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any 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document.createElement('li')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parent.append(child)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child to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el.remove()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from 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el.addEventListener('click', fn)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 for an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e.preventDefault()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default browser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e.target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element that fired the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localStorage.setItem(key, str)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string (use JSON.stringify)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localStorage.getItem(key)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string (use JSON.parse)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await fetch(url)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an HTTP request (in async fn)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await res.json()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response body as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(!res.ok) throw new Error(...)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check before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modify any element on a web page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clicks, input, submit, and other events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app state in localStorage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from public APIs with async/await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with try/catch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6)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— Components, Props &amp; State. Stop manually updating the DOM. React handles it for you.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DOM &amp; ASYNC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JavaScript: DOM, Events &amp; Async</dc:title>
  <dc:subject>PptxGenJS Presentation</dc:subject>
  <dc:creator>Training Program</dc:creator>
  <cp:lastModifiedBy>Training Program</cp:lastModifiedBy>
  <cp:revision>1</cp:revision>
  <dcterms:created xsi:type="dcterms:W3CDTF">2026-05-10T10:39:28Z</dcterms:created>
  <dcterms:modified xsi:type="dcterms:W3CDTF">2026-05-10T10:39:28Z</dcterms:modified>
</cp:coreProperties>
</file>