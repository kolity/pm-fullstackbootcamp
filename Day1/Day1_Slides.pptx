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 &amp;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Workflow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is the foundation. Everything else builds on top.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5212080"/>
            <a:ext cx="73152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repos, commit clean history, branch for new ideas, push to GitHub, and collaborate via pull requests.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· 10-DAY COURSE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version control?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17320"/>
            <a:ext cx="73152" cy="2423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819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↶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6002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travel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your code looked like last Tuesday.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any two points in history.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a deleted file in one command.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417320"/>
            <a:ext cx="73152" cy="24231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5819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⎇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86600" y="16002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experimentation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228600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off, try something risky, throw it away.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 stays clean and deployable.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'final_v3_REAL.html'.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06908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4069080"/>
            <a:ext cx="73152" cy="24231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336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63040" y="42519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on the same file at the same time.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their changes intelligently.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who changed what, and why.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06908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4069080"/>
            <a:ext cx="73152" cy="242316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2336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86600" y="42519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+ portfolio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46520" y="493776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 on GitHub is a backup.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also your portfolio for future jobs.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look at the green squares.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GIT &amp; GITHUB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 mental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53212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5321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areas to remember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521208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 — your files on disk right now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 (index) — what you've marked for the next commit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— the saved history of all commits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move: working → staging → repository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commit is a snapshot of staged content + a message + a parent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53212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417320"/>
            <a:ext cx="5532120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4173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commands that move them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55080" y="2148840"/>
            <a:ext cx="521208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&lt;file&gt; — promotes working → staging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'msg' — promotes staging → repository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&lt;branch&gt; — switches your working directory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— answers: 'where am I right now?'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— answers: 'how did I get here?'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GIT &amp; GITHUB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code flows from your laptop to GitHub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920240"/>
            <a:ext cx="24231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20240"/>
            <a:ext cx="242316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3337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edit them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301752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97480" y="2514600"/>
            <a:ext cx="64008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2514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920240"/>
            <a:ext cx="24231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920240"/>
            <a:ext cx="242316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29000" y="3337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for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commit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06440" y="301752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60720" y="2514600"/>
            <a:ext cx="64008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514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920240"/>
            <a:ext cx="24231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1920240"/>
            <a:ext cx="242316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3337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history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machine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69680" y="301752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823960" y="2514600"/>
            <a:ext cx="64008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2514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464040" y="1920240"/>
            <a:ext cx="24231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464040" y="1920240"/>
            <a:ext cx="24231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5548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(Remote)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555480" y="3337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backed 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internet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937760"/>
            <a:ext cx="73152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INSIGHT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" y="5394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isn't 'in Git' just because you saved it. It moves through these four stages — and each stage is a deliberate action you take.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GIT &amp; GITHUB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repo, end to 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these in order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your identity globally (one time)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folder and initialize Git inside it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your first file with git add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with a meaningful message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GitHub remote and push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one-time setup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"Your Name"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"[email protected]"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 project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my-site &amp;&amp; cd my-site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"# My Site" &gt; README.md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README.md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readme"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push to GitHub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\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https://github.com/you/my-site.git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-M main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GIT &amp; GITHUB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and pull requests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workflow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straight to main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feature branch for every new idea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branch and open a PR on GitHub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is reviewed and merged into main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main locally, delete the branch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a feature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feature/about-page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work, commit, repeat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about page"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feature/about-page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(open Pull Request on GitHub UI)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(reviewer approves, you merge)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 to main, clean up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feature/about-page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GIT &amp; GITHUB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Pull Request lifecycle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340" y="1554480"/>
            <a:ext cx="17830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7452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25780" y="2834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25780" y="33375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feature branch off main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6292" y="1554480"/>
            <a:ext cx="17830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16352" y="1874520"/>
            <a:ext cx="822960" cy="8229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6352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427732" y="2834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427732" y="33375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small, focused commits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38244" y="1554480"/>
            <a:ext cx="17830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87452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329684" y="2834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329684" y="33375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branch to GitHub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40196" y="1554480"/>
            <a:ext cx="17830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20256" y="1874520"/>
            <a:ext cx="822960" cy="8229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231636" y="2834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231636" y="33375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change clearly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2148" y="1554480"/>
            <a:ext cx="17830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522208" y="1874520"/>
            <a:ext cx="822960" cy="8229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22208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8133588" y="2834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133588" y="33375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 comments or approves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944100" y="1554480"/>
            <a:ext cx="17830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424160" y="187452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2416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10035540" y="2834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0035540" y="33375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merges into main; CI runs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493776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5394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 always deployable. Every change has a reviewer. Every merge is documented. Mistakes can be reverted in one click.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GIT &amp; GITHUB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good commit message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53212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53212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AVOID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"updated stuff"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"fix"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"asdf"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"final version"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"changes"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"WIP WIP WIP"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5349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six months, you won't remember what any of these mean. Reviewers can't help you.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53212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417320"/>
            <a:ext cx="553212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4173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WRITE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19456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 navbar to home page"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"fix login redirect on Safari"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"extract Card into component"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"update README with setup steps"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"remove unused lodash import"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"rename user.email -&gt; user.contact"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5349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mood. Short. Specific. Reads as: 'this commit will...'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GIT &amp; GITHUB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mini-project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personal repo, commit a starter page, branch, and merge a Pull Request.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public repo named 'fullstack-journey' on GitHub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it locally and add a README.md describing the course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feature branch and add an 'about-me.html' file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 Request — leave one self-review comment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PR; pull the merged main back locally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`git log --oneline --graph --all` to see the history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3108960"/>
            <a:ext cx="3611880" cy="2926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3108960"/>
            <a:ext cx="73152" cy="29260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36118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 with at least one merged Pull Request. Show the commit graph in standup.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GIT &amp; GITHUB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— and what to do instead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108585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commit messages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'fixed stuff', 'updated', 'asdf'. In six months you won't remember. Use the imperative mood: 'add nav bar', 'fix login redirect'.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4033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40330"/>
            <a:ext cx="73152" cy="108585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4033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273177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secrets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14325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token is in git history, it's compromised. Add .env to .gitignore BEFORE your first commit, not after.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6334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63340"/>
            <a:ext cx="73152" cy="108585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6334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80160" y="39547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frequent commits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36626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commit should be one logical change. If you can't summarize it in 50 characters, it's probably too big.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08635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5086350"/>
            <a:ext cx="73152" cy="108585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08635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280160" y="517779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errors out loud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558927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'fatal: not a git repository' literally means you're not inside a git folder. The error usually tells you the answer.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GIT &amp; GITHUB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— print this and stick it on your monitor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71323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want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Initialize a new repo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init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Clone someone else's repo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clone &lt;url&gt;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what's changed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status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one file / all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add &lt;file&gt;   /   git add .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 with a message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commit -m "add nav bar"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your 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log --oneline --graph --all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staged vs last commit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diff --cached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+ switch to a branch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checkout -b feature/x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back to 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checkout main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a new branch to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push -u origin feature/x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latest 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pull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 last commit (keep changes)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reset --soft HEAD~1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Discard uncommitted file 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checkout -- &lt;file&gt;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GIT &amp; GITHUB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now: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 Git repository on your laptop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697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and commit changes with meaningful messages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local repo to GitHub and push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70332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branches, push them, and open Pull Requests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20624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git log to understand history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21208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TOMORROW (DAY 2)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 Fundamentals — turn the empty repo you built today into a real personal profile page.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GIT &amp; GITHUB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— Git, GitHub &amp; Developer Workflow</dc:title>
  <dc:subject>PptxGenJS Presentation</dc:subject>
  <dc:creator>Training Program</dc:creator>
  <cp:lastModifiedBy>Training Program</cp:lastModifiedBy>
  <cp:revision>1</cp:revision>
  <dcterms:created xsi:type="dcterms:W3CDTF">2026-05-10T06:01:42Z</dcterms:created>
  <dcterms:modified xsi:type="dcterms:W3CDTF">2026-05-10T06:01:42Z</dcterms:modified>
</cp:coreProperties>
</file>