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ReactJS: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Props &amp; State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manually updating the DOM. Describe what the UI should be.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5212080"/>
            <a:ext cx="73152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component-based UIs with React, pass data with props, and manage state with the useState hook.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· 10-DAY COURSE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React?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17320"/>
            <a:ext cx="73152" cy="2423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819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6002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model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composable pieces of UI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owns its markup, state, and styles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big UIs from small named pieces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417320"/>
            <a:ext cx="73152" cy="24231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5819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86600" y="16002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228600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the UI for a given state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figures out what to change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manual DOM patching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06908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4069080"/>
            <a:ext cx="73152" cy="24231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336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63040" y="42519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changes → UI re-renders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is the entry point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'remove class then add class'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06908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4069080"/>
            <a:ext cx="73152" cy="242316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2336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86600" y="42519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46520" y="493776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community + jobs market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Meta, Netflix, Airbnb, Shopify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Next.js, React Native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REACTJS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shift — imperative vs declarative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53212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53212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 ·  imperative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these steps to update the DOM"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5166360" cy="352044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724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2724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7008" y="2724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6517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vanilla.js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063240"/>
            <a:ext cx="4800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a task to the list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li = document.createElement('li');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li.textContent = task.text;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(task.done) {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li.classList.add('done');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list.append(li);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Toggle done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li.classList.toggle('done');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Re-render — clear and rebuild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list.innerHTML = '';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tasks.forEach(t =&gt; render(t));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417320"/>
            <a:ext cx="553212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417320"/>
            <a:ext cx="553212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4173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declarative (React)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21031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"Describe the UI for a given state"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2560320"/>
            <a:ext cx="5166360" cy="352044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2724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2724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22008" y="2724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26517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3063240"/>
            <a:ext cx="4800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[tasks, setTasks] = useState([]);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[filter, setFilter] = useState('all');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visible = filter === 'open'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tasks.filter(t =&gt; !t.done)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tasks;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{visible.map(t =&gt;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 key={t.id}&gt;{t.text}&lt;/li&gt;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)}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&lt;/ul&gt;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REACTJS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 React app with Vite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commands and you're running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is fast, minimal, and the default for new React apps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project structure in seconds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Module Reload — change code, see it instantly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modules, no build config to learn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→ main.jsx → App.jsx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the app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 react-todo \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--template react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react-todo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Vite prints something like: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VITE ready in 281 ms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→  Local:  http://localhost:5173/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Project structure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react-todo/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index.html      ← entry point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main.jsx      ← mounts App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App.jsx       ← your root component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App.css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REACTJS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— HTML inside JavaScript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rules to remember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HTML, but it's JavaScript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ONE root element (use &lt;&gt; &lt;/&gt; if needed)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className not class (class is reserved in JS)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htmlFor not for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camelCase for events: onClick not onclick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Self-close empty tags: &lt;img /&gt;, not &lt;img&gt;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JS with curly braces: { expression 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Card.jsx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Card({ title, body }) {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&lt;article className="card"&gt;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&lt;h3&gt;{title}&lt;/h3&gt;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&lt;p&gt;{body}&lt;/p&gt;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&lt;/article&gt;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App.jsx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Card from './Card';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App() {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&lt;main&gt;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&lt;h1&gt;My Projects&lt;/h1&gt;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&lt;Card title="Site" body="Built it!" /&gt;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&lt;/main&gt;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REACTJS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— data flows DOWN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0" y="1463040"/>
            <a:ext cx="228600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&lt;App /&gt;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80760" y="2286000"/>
            <a:ext cx="-3566160" cy="64008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0" y="2468880"/>
            <a:ext cx="128016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onAdd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017520"/>
            <a:ext cx="2286000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&lt;TaskInput /&gt;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2286000"/>
            <a:ext cx="0" cy="64008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40680" y="2468880"/>
            <a:ext cx="128016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3017520"/>
            <a:ext cx="22860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&lt;TaskList /&gt;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2286000"/>
            <a:ext cx="3566160" cy="64008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23760" y="2468880"/>
            <a:ext cx="128016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3017520"/>
            <a:ext cx="228600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0392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 /&gt;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0392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data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206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PROPS WORK IN CODE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526280"/>
            <a:ext cx="10972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App — pass props down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&lt;Card title="Hello" count={5} active={true} /&gt;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Card — receive via destructuring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Card({ title, count, active })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&lt;h3&gt;{title} ({count})&lt;/h3&gt;;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REACTJS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— the only hook you need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that triggers re-renders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returns [value, setter]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setter re-renders the component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local to each component instance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updates when new depends on old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mutate state — always set a new value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useState calls in one component is fine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Counter.jsx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Counter()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[count, setCount] = useState(0);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&lt;h2&gt;Count: {count}&lt;/h2&gt;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setCount(count + 1)}&gt;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&lt;/button&gt;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setCount(c =&gt; c - 1)}&gt;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−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&lt;/button&gt;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setCount(0)}&gt;Reset&lt;/button&gt;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REACTJS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keys, and lifting state 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 every component asks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state do I own?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props do I receive?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need a stable, unique key prop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array index when items can reorder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siblings sharing data → lift to parent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goes DOWN as props, events go UP as callbacks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TaskList.jsx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TaskList({ tasks, onToggle, onDelete })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{tasks.map(t =&gt; (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 key={t.id}&gt;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&lt;input type="checkbox"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checked={t.done}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onChange={() =&gt; onToggle(t.id)} /&gt;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&lt;span&gt;{t.text}&lt;/span&gt;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&lt;button onClick={() =&gt; onDelete(t.id)}&gt;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×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&lt;/button&gt;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&lt;/li&gt;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))}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&lt;/ul&gt;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REACTJS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mini-project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Re-implement Day 5's ToDo app as a React app using Vite.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with `npm create vite@latest`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App, TaskInput, TaskList, TaskItem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state lives in App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flow data DOWN (App → children)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pass events UP (children → App)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 item has a stable `key` prop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are controlled — value comes from state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features as Day 5: add, toggle, delete, filter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3108960"/>
            <a:ext cx="3611880" cy="2926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3108960"/>
            <a:ext cx="73152" cy="29260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36118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project pushed to GitHub. App functions at least as well as Day 5's vanilla version. (Persistence comes tomorrow.)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REACTJS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— and what to do instead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108585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Mutating state directly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tasks.push(newTask) does nothing — React doesn't see it. Always create a new array: setTasks([...tasks, newTask]). Same for objects: setUser({...user, name: 'X'}).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4033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40330"/>
            <a:ext cx="73152" cy="108585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4033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273177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array index as key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14325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{tasks.map((t, i) =&gt; &lt;li key={i}&gt;...)} breaks when items reorder, get inserted, or get removed. Use a stable id from your data: &lt;li key={t.id}&gt;.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6334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63340"/>
            <a:ext cx="73152" cy="108585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6334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80160" y="39547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36626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components need the same data, lift it to their nearest common parent. Don't copy state into a child — pass it as a prop.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08635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5086350"/>
            <a:ext cx="73152" cy="108585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08635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280160" y="517779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errors in the dev console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558927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React's error messages are excellent. 'Cannot update during render' usually means you called setState directly in the component body. 'Each child in a list should have a unique key' is literal.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REACTJS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— React essentials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76072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function MyComp() { return &lt;jsx /&gt;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&lt;MyComp prop="value" /&gt;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 component, pass a prop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function MyComp({ name }) { ...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 props via destructuring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{expression}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 JS in JSX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{condition &amp;&amp; &lt;X /&gt;}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X only if condition is true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{cond ? &lt;A /&gt; : &lt;B /&gt;}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A or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{items.map(i =&gt; &lt;Item key={i.id} /&gt;)}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a list with keys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className="x"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CSS class (not class)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onClick={fn}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a click (camelCase)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onChange={e =&gt; setX(e.target.value)}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input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 [x, setX] = useState(initial)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setX(newValue)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state — triggers re-render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setX(prev =&gt; prev + 1)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update (use prev)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setItems([...items, newItem])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to array (immutable)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setItems(items.filter(i =&gt; i.id !== id))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from array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setItems(items.map(i =&gt; i.id === id ? {...i, done: true} : i))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one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&lt;&gt;...&lt;/&gt;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 — group without extra div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REACTJS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now: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 React project with Vite in one command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697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component trees from small reusable pieces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data with props and events with callbacks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70332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local state with the useState hook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20624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lists with stable keys and lift state up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21208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TOMORROW (DAY 7)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Context &amp; Routing — useEffect for side effects, Context to share state, and React Router for multi-page apps.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REACTJS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6 — ReactJS: Components, Props &amp; State</dc:title>
  <dc:subject>PptxGenJS Presentation</dc:subject>
  <dc:creator>Training Program</dc:creator>
  <cp:lastModifiedBy>Training Program</cp:lastModifiedBy>
  <cp:revision>1</cp:revision>
  <dcterms:created xsi:type="dcterms:W3CDTF">2026-05-10T10:47:55Z</dcterms:created>
  <dcterms:modified xsi:type="dcterms:W3CDTF">2026-05-10T10:47:55Z</dcterms:modified>
</cp:coreProperties>
</file>