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Fundamentals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pages to programs that actually do things.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variables, control flow, functions, arrays, and objects — the building blocks of every modern web app.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FULLSTACK · 10-DAY COURSE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in five concepts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17320"/>
            <a:ext cx="73152" cy="24231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819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for things that don't reassign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for things that do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var (legacy scoping rules)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Block-scoped, lexical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1732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417320"/>
            <a:ext cx="73152" cy="24231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5819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86600" y="16002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228600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number, boolean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and undefined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— everything else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=== not == for equality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06908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4069080"/>
            <a:ext cx="73152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33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4251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declarations are hoisted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for short callbacks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values — pass them around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069080"/>
            <a:ext cx="534924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4069080"/>
            <a:ext cx="73152" cy="24231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2336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86600" y="42519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46520" y="4937760"/>
            <a:ext cx="49834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— ordered, indexed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— key-value pairs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 hold any type, including each other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/ destructure freely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JAVASCRIPT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— const, let, and never var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365760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reassigned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Block-scoped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80% of the time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(objects/arrays inside CAN still mutate)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146304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463040"/>
            <a:ext cx="365760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2519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NEEDED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237744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reassigned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Block-scoped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when value changes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Counters, accumulators, loops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36576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463040"/>
            <a:ext cx="365760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1381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66760" y="237744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Function-scoped (not block)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redeclared silently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Hoisted weirdly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from pre-2015 JavaScript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PI = 3.14;     let count = 0;     count++;     count = count * 2;     // never use var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JAVASCRIPT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and control 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tools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 for short callbacks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return makes code easier to read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for tiny conditions only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 keep functions flexible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ARE values — assign, pass, return them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playground.js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function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isEven = (n) =&gt; n % 2 === 0;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early return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gradeLetter(score)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(score &gt;= 90) return 'A';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(score &gt;= 80) return 'B';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(score &gt;= 70) return 'C';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'F';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parameter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greet(name = 'friend')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`Hello, ${name}!`;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greet();         // 'Hello, friend!'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greet('Aisha');  // 'Hello, Aisha!'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JAVASCRIPT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rule: use === not ==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5321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5321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==  loose equality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== "1"        // true  (!?!)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== false      // true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== ""         // true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== undefined  // true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== false     // true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== 1        // true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5212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Coerces types before comparing. The rules are weird, the bugs are weirder. Forget this exists.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5321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417320"/>
            <a:ext cx="553212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4173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===  strict equality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=== "1"       // false ✓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=== false     // false ✓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=== ""        // false ✓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=== undefined // false ✓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=== false    // false ✓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=== 1       // false 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5212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value AND type — no surprises. Always use this. Same applies to !== over !=.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JAVASCRIPT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 — the workhorses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these five and you've learned 80%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→ transform every item, return new array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→ keep some items, return new array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→ collapse to a single value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first item matching a condition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 → side effects only, no return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return NEW arrays — never mutate the original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 methods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staff = [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'Aisha', salary: 4200, role: 'design' },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'Bilal', salary: 5500, role: 'dev'    },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name: 'Carla', salary: 5800, role: 'dev'    },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names of devs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devs = staff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.filter(p =&gt; p.role === 'dev')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.map(p =&gt; p.name);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['Bilal', 'Carla']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total payroll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total = staff.reduce(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(sum, p) =&gt; sum + p.salary, 0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15500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JAVASCRIPT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map, filter, and reduce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463040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each item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920240"/>
            <a:ext cx="548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1920240"/>
            <a:ext cx="548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83280" y="1920240"/>
            <a:ext cx="548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23360" y="1920240"/>
            <a:ext cx="548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2194560"/>
            <a:ext cx="128016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84632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548640" cy="54864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40880" y="1920240"/>
            <a:ext cx="548640" cy="54864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80960" y="1920240"/>
            <a:ext cx="548640" cy="54864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21040" y="1920240"/>
            <a:ext cx="548640" cy="54864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509760" y="1828800"/>
            <a:ext cx="2286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0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[1,2,3,4].map(n =&gt; n * 2)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108960"/>
            <a:ext cx="1463040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720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matching items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03120" y="3566160"/>
            <a:ext cx="548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743200" y="3566160"/>
            <a:ext cx="548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383280" y="3566160"/>
            <a:ext cx="548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023360" y="3566160"/>
            <a:ext cx="548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846320" y="3840480"/>
            <a:ext cx="1280160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4846320" y="3474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even?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0" y="3566160"/>
            <a:ext cx="548640" cy="548640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040880" y="3566160"/>
            <a:ext cx="548640" cy="548640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509760" y="3474720"/>
            <a:ext cx="2286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09760" y="3474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[1,2,3,4].filter(n =&gt; n % 2 === 0)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754880"/>
            <a:ext cx="1463040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937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457200" y="55321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to single value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103120" y="5212080"/>
            <a:ext cx="548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0312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2743200" y="5212080"/>
            <a:ext cx="548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383280" y="5212080"/>
            <a:ext cx="548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023360" y="5212080"/>
            <a:ext cx="54864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846320" y="5486400"/>
            <a:ext cx="128016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4846320" y="51206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400800" y="5212080"/>
            <a:ext cx="9144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5212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509760" y="5120640"/>
            <a:ext cx="2286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0976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[1,2,3,4].reduce((a, n) =&gt; a + n, 0)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JAVASCRIPT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JS — destructure, spread, optional chaining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writing patterns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Destructure to pull values out by name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(...) to copy or merge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chaining (?.) avoids 'cannot read of null'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Nullish coalescing (??) gives a fallback for null/undefined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for clean strings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Shorthand property names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17320"/>
            <a:ext cx="6400800" cy="480060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68112" y="1581912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581912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modern.js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0" y="1920240"/>
            <a:ext cx="6035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user = {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'Aisha', city: 'Malé',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destructure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name, city } = user;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console.log(`${name} in ${city}`);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spread / merge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updated = { ...user, city: 'Hulhumalé' };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optional chaining + nullish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street = user?.address?.street ?? 'unknown';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shorthand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role = 'admin';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 = { name, role };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{ name: 'Aisha', role: 'admin' 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JAVASCRIPT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mini-project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4800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console-based ToDo manager. No UI yet — just the logic in pure JS.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 todo.js, runs with `node todo.js`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is { id, text, done } — array of objects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addTask(text) appends with auto-incremented id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listTasks() prints all tasks (with done indicator)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completeTask(id) marks a task done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deleteTask(id) removes a task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filterTasks('done' | 'open') prints only matching</a:t>
            </a:r>
            <a:endParaRPr lang="en-US" sz="13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sequence at the bottom exercises every function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3108960"/>
            <a:ext cx="3611880" cy="29260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108960"/>
            <a:ext cx="73152" cy="29260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6118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todo.js running end-to-end with `node todo.js`. Output proves all five operations work. Tomorrow we'll put a UI on it.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JAVASCRIPT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— and what to do instead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016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Mutating arrays and objects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staff[0].salary *= 1.1 changes the original. React and most modern frameworks rely on immutability — get the habit early. Use map / spread to return new copies.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4033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40330"/>
            <a:ext cx="73152" cy="108585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4033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80160" y="273177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== for equality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14325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== '1' is true, [] == false is true. The coercion rules are a maze. Always use === and !== — your bugs become 90% rarer.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6334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6334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6334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280160" y="39547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 liberally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36626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value is wrong, log it. Log every step until you find where reality diverges from your assumptions. Remove the logs before committing.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086350"/>
            <a:ext cx="11247120" cy="108585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5086350"/>
            <a:ext cx="73152" cy="108585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86350"/>
            <a:ext cx="54864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80160" y="517779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errors out loud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5589270"/>
            <a:ext cx="1005840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'TypeError: Cannot read properties of undefined (reading length)' literally tells you something is undefined where you expected a value. Use the error, don't fear it.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JAVASCRIPT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365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— JavaScript essentials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858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/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x = ...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 a value that doesn't reassign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let x = ...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 a value that does reassign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===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equality (use this!)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?? 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if a is null/undefined, else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a?.b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 only if a exists, else undefined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`Hello ${name}`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literal with interpolation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arr.map(fn)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array transformed by fn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arr.filter(fn)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array of items where fn returns 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arr.reduce(fn, init)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 array to single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arr.find(fn)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item where fn returns 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arr.includes(x)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— does array contain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 ...obj, key: val }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obj, override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[...a, ...b]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Concatenate arrays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{ a, b } = obj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Destructure object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 [x, y] = arr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Destructure 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JAVASCRIPT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now: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idiomatic modern JavaScript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697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const, let, and never reach for var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map, filter, and reduce on arrays of objects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Destructure values and spread to merge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2062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mutation — return new arrays and objects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21208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TOMORROW (DAY 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DOM, Events &amp; Async — promote today's console ToDo into a real interactive web app with persistence and live data.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JAVASCRIPT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— JavaScript Language Fundamentals</dc:title>
  <dc:subject>PptxGenJS Presentation</dc:subject>
  <dc:creator>Training Program</dc:creator>
  <cp:lastModifiedBy>Training Program</cp:lastModifiedBy>
  <cp:revision>1</cp:revision>
  <dcterms:created xsi:type="dcterms:W3CDTF">2026-05-10T10:31:29Z</dcterms:created>
  <dcterms:modified xsi:type="dcterms:W3CDTF">2026-05-10T10:31:29Z</dcterms:modified>
</cp:coreProperties>
</file>