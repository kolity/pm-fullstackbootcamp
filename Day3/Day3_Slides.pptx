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2801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spc="8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03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73152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01168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CSS: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22960" y="301752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Flexbox, Grid &amp; Responsive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822960" y="42976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rows of static text to layouts that respond to every screen.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5212080"/>
            <a:ext cx="105156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5212080"/>
            <a:ext cx="73152" cy="1005840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5303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 WILL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55778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Flexbox for 1D layouts, CSS Grid for 2D layouts, and media queries for mobile-first responsive design.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FULLSTACK · 10-DAY COURSE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12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 vs Grid — when to use which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486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5532120" cy="4800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17320"/>
            <a:ext cx="5532120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417320"/>
            <a:ext cx="5349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  —  one dimension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77240" y="2286000"/>
            <a:ext cx="1508760" cy="91440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28600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2468880" y="2286000"/>
            <a:ext cx="1508760" cy="914400"/>
          </a:xfrm>
          <a:prstGeom prst="rect">
            <a:avLst/>
          </a:prstGeom>
          <a:solidFill>
            <a:srgbClr val="BFDB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228600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4160520" y="2286000"/>
            <a:ext cx="1508760" cy="914400"/>
          </a:xfrm>
          <a:prstGeom prst="rect">
            <a:avLst/>
          </a:prstGeom>
          <a:solidFill>
            <a:srgbClr val="93C5FD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60520" y="228600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777240" y="3520440"/>
            <a:ext cx="493776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triangl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457200" y="361188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direction (row OR column)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" y="4023360"/>
            <a:ext cx="49377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Navbars and toolbars</a:t>
            </a:r>
            <a:endParaRPr lang="en-US" sz="130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 groups</a:t>
            </a:r>
            <a:endParaRPr lang="en-US" sz="130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rows of cards</a:t>
            </a:r>
            <a:endParaRPr lang="en-US" sz="130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centring</a:t>
            </a:r>
            <a:endParaRPr lang="en-US" sz="130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that flows in ONE line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72200" y="1417320"/>
            <a:ext cx="5532120" cy="4800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72200" y="1417320"/>
            <a:ext cx="5532120" cy="594360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1417320"/>
            <a:ext cx="5349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 —  two dimensions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492240" y="2240280"/>
            <a:ext cx="1417320" cy="594360"/>
          </a:xfrm>
          <a:prstGeom prst="rect">
            <a:avLst/>
          </a:prstGeom>
          <a:solidFill>
            <a:srgbClr val="CFFAFE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224028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092440" y="2240280"/>
            <a:ext cx="1417320" cy="594360"/>
          </a:xfrm>
          <a:prstGeom prst="rect">
            <a:avLst/>
          </a:prstGeom>
          <a:solidFill>
            <a:srgbClr val="A5F3FC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92440" y="224028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692640" y="2240280"/>
            <a:ext cx="1417320" cy="594360"/>
          </a:xfrm>
          <a:prstGeom prst="rect">
            <a:avLst/>
          </a:prstGeom>
          <a:solidFill>
            <a:srgbClr val="67E8F9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92640" y="224028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492240" y="2926080"/>
            <a:ext cx="1417320" cy="594360"/>
          </a:xfrm>
          <a:prstGeom prst="rect">
            <a:avLst/>
          </a:prstGeom>
          <a:solidFill>
            <a:srgbClr val="CFFAFE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92240" y="292608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092440" y="2926080"/>
            <a:ext cx="1417320" cy="594360"/>
          </a:xfrm>
          <a:prstGeom prst="rect">
            <a:avLst/>
          </a:prstGeom>
          <a:solidFill>
            <a:srgbClr val="A5F3FC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92440" y="292608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9692640" y="2926080"/>
            <a:ext cx="1417320" cy="594360"/>
          </a:xfrm>
          <a:prstGeom prst="rect">
            <a:avLst/>
          </a:prstGeom>
          <a:solidFill>
            <a:srgbClr val="67E8F9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92640" y="292608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492240" y="3657600"/>
            <a:ext cx="480060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  <a:headEnd type="triangle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6172200" y="374904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and columns at once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92240" y="4023360"/>
            <a:ext cx="49377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Page-level layouts</a:t>
            </a:r>
            <a:endParaRPr lang="en-US" sz="130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galleries</a:t>
            </a:r>
            <a:endParaRPr lang="en-US" sz="130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30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grids that wrap</a:t>
            </a:r>
            <a:endParaRPr lang="en-US" sz="130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aligned BOTH ways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MODERN CSS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 — the four properties you'll use daily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486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417320"/>
            <a:ext cx="534924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55448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justify-content: space-between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192024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Distributes items along the MAIN axis with edges flush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68680" y="2423160"/>
            <a:ext cx="4800600" cy="12801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1051560" y="2788920"/>
            <a:ext cx="914400" cy="54864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27889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537460" y="2788920"/>
            <a:ext cx="914400" cy="548640"/>
          </a:xfrm>
          <a:prstGeom prst="rect">
            <a:avLst/>
          </a:prstGeom>
          <a:solidFill>
            <a:srgbClr val="BFDB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37460" y="27889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023360" y="2788920"/>
            <a:ext cx="914400" cy="548640"/>
          </a:xfrm>
          <a:prstGeom prst="rect">
            <a:avLst/>
          </a:prstGeom>
          <a:solidFill>
            <a:srgbClr val="93C5FD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23360" y="27889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17920" y="1417320"/>
            <a:ext cx="534924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0" y="155448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justify-content: center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0" y="192024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Pushes items to the centre of the main axis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92240" y="2423160"/>
            <a:ext cx="4800600" cy="12801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7429500" y="2788920"/>
            <a:ext cx="914400" cy="54864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29500" y="27889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435340" y="2788920"/>
            <a:ext cx="914400" cy="548640"/>
          </a:xfrm>
          <a:prstGeom prst="rect">
            <a:avLst/>
          </a:prstGeom>
          <a:solidFill>
            <a:srgbClr val="BFDB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35340" y="27889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441180" y="2788920"/>
            <a:ext cx="914400" cy="548640"/>
          </a:xfrm>
          <a:prstGeom prst="rect">
            <a:avLst/>
          </a:prstGeom>
          <a:solidFill>
            <a:srgbClr val="93C5FD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41180" y="27889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94360" y="4069080"/>
            <a:ext cx="534924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77240" y="420624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align-items: center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77240" y="457200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Centres items on the CROSS axis (vertical for a row)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68680" y="5074920"/>
            <a:ext cx="4800600" cy="12801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1051560" y="5440680"/>
            <a:ext cx="914400" cy="54864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51560" y="54406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2057400" y="5440680"/>
            <a:ext cx="914400" cy="548640"/>
          </a:xfrm>
          <a:prstGeom prst="rect">
            <a:avLst/>
          </a:prstGeom>
          <a:solidFill>
            <a:srgbClr val="BFDB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057400" y="54406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3063240" y="5440680"/>
            <a:ext cx="914400" cy="548640"/>
          </a:xfrm>
          <a:prstGeom prst="rect">
            <a:avLst/>
          </a:prstGeom>
          <a:solidFill>
            <a:srgbClr val="93C5FD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63240" y="54406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217920" y="4069080"/>
            <a:ext cx="534924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400800" y="420624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gap: 1rem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400800" y="457200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way to add space between items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92240" y="5074920"/>
            <a:ext cx="4800600" cy="12801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6675120" y="5440680"/>
            <a:ext cx="914400" cy="54864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75120" y="54406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7818120" y="5440680"/>
            <a:ext cx="914400" cy="548640"/>
          </a:xfrm>
          <a:prstGeom prst="rect">
            <a:avLst/>
          </a:prstGeom>
          <a:solidFill>
            <a:srgbClr val="BFDB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818120" y="54406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8961120" y="5440680"/>
            <a:ext cx="914400" cy="548640"/>
          </a:xfrm>
          <a:prstGeom prst="rect">
            <a:avLst/>
          </a:prstGeom>
          <a:solidFill>
            <a:srgbClr val="93C5FD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961120" y="54406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MODERN CSS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 — code patterns you'll use today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486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layouts, one tool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45720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 — logo left, links right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row — equal-width cards that wrap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Centred hero — text vertically + horizontally centred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display: flex on the PARENT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become flex items automatically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is the modern way to space them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303520" y="1417320"/>
            <a:ext cx="6400800" cy="4800600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68112" y="1581912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0" y="1581912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70448" y="1581912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5087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flex.css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0" y="1920240"/>
            <a:ext cx="603504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Navbar */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.navbar {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display: flex;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justify-content: space-between;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align-items: center;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padding: 1rem 2rem;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Card row that wraps */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.cards {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display: flex;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flex-wrap: wrap;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gap: 1.5rem;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.card { flex: 1 1 240px; }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Centred hero */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.hero { display: grid; place-items: center; }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MODERN CSS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Grid — the responsive gallery in one rule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486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auto-fit + minmax = magic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45720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auto-fit creates as many tracks as fit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minmax(240px, 1fr) — at least 240px, at most equal share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media queries needed for this case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1fr means 'one fraction of available space'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controls spacing between items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4480560"/>
            <a:ext cx="1371600" cy="1691640"/>
          </a:xfrm>
          <a:prstGeom prst="rect">
            <a:avLst/>
          </a:prstGeom>
          <a:solidFill>
            <a:srgbClr val="F1F5F9"/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4617720"/>
            <a:ext cx="1097280" cy="411480"/>
          </a:xfrm>
          <a:prstGeom prst="rect">
            <a:avLst/>
          </a:prstGeom>
          <a:solidFill>
            <a:srgbClr val="DBEAFE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5120640"/>
            <a:ext cx="1097280" cy="411480"/>
          </a:xfrm>
          <a:prstGeom prst="rect">
            <a:avLst/>
          </a:prstGeom>
          <a:solidFill>
            <a:srgbClr val="BFDBFE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5623560"/>
            <a:ext cx="1097280" cy="411480"/>
          </a:xfrm>
          <a:prstGeom prst="rect">
            <a:avLst/>
          </a:prstGeom>
          <a:solidFill>
            <a:srgbClr val="93C5FD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62179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103120" y="4480560"/>
            <a:ext cx="2834640" cy="1691640"/>
          </a:xfrm>
          <a:prstGeom prst="rect">
            <a:avLst/>
          </a:prstGeom>
          <a:solidFill>
            <a:srgbClr val="F1F5F9"/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40280" y="4617720"/>
            <a:ext cx="777240" cy="685800"/>
          </a:xfrm>
          <a:prstGeom prst="rect">
            <a:avLst/>
          </a:prstGeom>
          <a:solidFill>
            <a:srgbClr val="DBEAFE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40280" y="5394960"/>
            <a:ext cx="777240" cy="685800"/>
          </a:xfrm>
          <a:prstGeom prst="rect">
            <a:avLst/>
          </a:prstGeom>
          <a:solidFill>
            <a:srgbClr val="DBEAFE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08960" y="4617720"/>
            <a:ext cx="777240" cy="685800"/>
          </a:xfrm>
          <a:prstGeom prst="rect">
            <a:avLst/>
          </a:prstGeom>
          <a:solidFill>
            <a:srgbClr val="BFDBFE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08960" y="5394960"/>
            <a:ext cx="777240" cy="685800"/>
          </a:xfrm>
          <a:prstGeom prst="rect">
            <a:avLst/>
          </a:prstGeom>
          <a:solidFill>
            <a:srgbClr val="BFDBFE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977640" y="4617720"/>
            <a:ext cx="777240" cy="685800"/>
          </a:xfrm>
          <a:prstGeom prst="rect">
            <a:avLst/>
          </a:prstGeom>
          <a:solidFill>
            <a:srgbClr val="93C5FD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977640" y="5394960"/>
            <a:ext cx="777240" cy="685800"/>
          </a:xfrm>
          <a:prstGeom prst="rect">
            <a:avLst/>
          </a:prstGeom>
          <a:solidFill>
            <a:srgbClr val="93C5FD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03120" y="621792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303520" y="1417320"/>
            <a:ext cx="6400800" cy="4800600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68112" y="1581912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9280" y="1581912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70448" y="1581912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15087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gallery.css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0" y="1920240"/>
            <a:ext cx="603504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.gallery {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display: grid;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grid-template-columns: repeat(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auto-fit,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minmax(240px, 1fr)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gap: 1.5rem;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.card {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background: white;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border-radius: 0.75rem;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padding: 1.5rem;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transition: transform .2s;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.card:hover {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transform: translateY(-4px);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MODERN CSS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responsive design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486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65960" y="1554480"/>
            <a:ext cx="1463040" cy="2194560"/>
          </a:xfrm>
          <a:prstGeom prst="rect">
            <a:avLst/>
          </a:prstGeom>
          <a:solidFill>
            <a:srgbClr val="F1F5F9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65960" y="1554480"/>
            <a:ext cx="1463040" cy="32004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65960" y="15544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48840" y="2011680"/>
            <a:ext cx="109728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48840" y="2788920"/>
            <a:ext cx="109728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65960" y="37947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≤ 600px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86200" y="1554480"/>
            <a:ext cx="2377440" cy="2194560"/>
          </a:xfrm>
          <a:prstGeom prst="rect">
            <a:avLst/>
          </a:prstGeom>
          <a:solidFill>
            <a:srgbClr val="F1F5F9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86200" y="1554480"/>
            <a:ext cx="2377440" cy="320040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86200" y="15544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069080" y="2011680"/>
            <a:ext cx="9601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69080" y="2788920"/>
            <a:ext cx="9601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20640" y="2011680"/>
            <a:ext cx="9601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20640" y="2788920"/>
            <a:ext cx="9601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86200" y="3794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601 – 1023px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720840" y="1554480"/>
            <a:ext cx="3474720" cy="2194560"/>
          </a:xfrm>
          <a:prstGeom prst="rect">
            <a:avLst/>
          </a:prstGeom>
          <a:solidFill>
            <a:srgbClr val="F1F5F9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20840" y="1554480"/>
            <a:ext cx="3474720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0840" y="1554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903720" y="2011680"/>
            <a:ext cx="9753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03720" y="2788920"/>
            <a:ext cx="9753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970520" y="2011680"/>
            <a:ext cx="9753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70520" y="2788920"/>
            <a:ext cx="9753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037320" y="2011680"/>
            <a:ext cx="9753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037320" y="2788920"/>
            <a:ext cx="9753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20840" y="3794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≥ 1024px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297680"/>
            <a:ext cx="11247120" cy="1920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4297680"/>
            <a:ext cx="73152" cy="1920240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4389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MOBILE-FIRST WORKFLOW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85800" y="47548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Write your CSS as if everyone is on a phone (single column, big touch targets).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85800" y="51206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Use min-width media queries to ADD complexity for bigger screens.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85800" y="54864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Use rem/em/% — not px everywhere.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85800" y="58521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Use clamp() for fluid typography that scales without breakpoints.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MODERN CSS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queries — adding complexity for bigger screens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486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min-width = mobile-first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45720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styles = mobile (smallest first)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@media block ADDS rules for larger screens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breakpoints: 600, 768, 1024, 1280px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add a breakpoint until the layout breaks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clamp(min, ideal, max) gives fluid typography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303520" y="1417320"/>
            <a:ext cx="6400800" cy="4800600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68112" y="1581912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0" y="1581912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70448" y="1581912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5087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responsive.css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0" y="1920240"/>
            <a:ext cx="603504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mobile (default) */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.grid { display: block; }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h1 {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font-size: clamp(1.5rem, 4vw, 2.5rem);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tablet */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@media (min-width: 768px) {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.grid {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display: grid;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grid-template-columns: 1fr 1fr;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gap: 2rem;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desktop */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@media (min-width: 1024px) {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.grid { grid-template-columns: 2fr 1fr; }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MODERN CSS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 — hovers and transitions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486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Subtle wins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45720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pair :hover with a transition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200ms is the sweet spot — fast enough to feel responsive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 transform and opacity, not width or top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(those force the browser to relayout — slow)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cards with translateY(-4px), don't change size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slightly bigger shadow on hover for depth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303520" y="1417320"/>
            <a:ext cx="6400800" cy="4800600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68112" y="1581912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0" y="1581912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70448" y="1581912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5087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polish.css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0" y="1920240"/>
            <a:ext cx="603504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.card {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background: white;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border-radius: 0.75rem;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padding: 1.5rem;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box-shadow: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0 1px 3px rgba(0, 0, 0, 0.1);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transition: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transform 0.2s ease,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box-shadow 0.2s ease;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.card:hover {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transform: translateY(-4px);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box-shadow: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0 8px 20px rgba(0, 0, 0, 0.12);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MODERN CSS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mini-project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486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11247120" cy="4800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MINI-PROJECT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0574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Day 2's static profile and make it gloriously responsive.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77240" y="3108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3520440"/>
            <a:ext cx="68580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stylesheet — works at 375px width</a:t>
            </a:r>
            <a:endParaRPr lang="en-US" sz="130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Breakpoint at min-width: 600px (nav goes inline)</a:t>
            </a:r>
            <a:endParaRPr lang="en-US" sz="130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Breakpoint at min-width: 1024px (2-col layout)</a:t>
            </a:r>
            <a:endParaRPr lang="en-US" sz="130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CSS Grid for the projects section (auto-fit)</a:t>
            </a:r>
            <a:endParaRPr lang="en-US" sz="130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Flexbox for the navbar and form</a:t>
            </a:r>
            <a:endParaRPr lang="en-US" sz="130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clamp() for at least one heading size</a:t>
            </a:r>
            <a:endParaRPr lang="en-US" sz="130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hover transition to project cards</a:t>
            </a:r>
            <a:endParaRPr lang="en-US" sz="130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on 375 / 768 / 1280 widths in DevTools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55280" y="3108960"/>
            <a:ext cx="3611880" cy="29260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0" y="3108960"/>
            <a:ext cx="73152" cy="292608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92440" y="32004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DELIVERABLE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92440" y="3611880"/>
            <a:ext cx="3383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site demonstrated by resizing the browser in standup. No horizontal scroll on phone width.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MODERN CSS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pitfalls — and what to do instead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486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11247120" cy="108585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17320"/>
            <a:ext cx="73152" cy="1085850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417320"/>
            <a:ext cx="54864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280160" y="1508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pixel widths everywhere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80160" y="1920240"/>
            <a:ext cx="10058400" cy="537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width: 1200px breaks on phones. Use max-width with a percentage fallback: max-width: 1200px; width: 100%. Let the layout shrink.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640330"/>
            <a:ext cx="11247120" cy="108585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640330"/>
            <a:ext cx="73152" cy="1085850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640330"/>
            <a:ext cx="54864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280160" y="273177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Desktop-first media queries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3143250"/>
            <a:ext cx="10058400" cy="537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max-width breakpoints work, but force you to override small-screen rules later. min-width adds complexity instead of taking it away — easier to reason about.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863340"/>
            <a:ext cx="11247120" cy="108585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863340"/>
            <a:ext cx="73152" cy="108585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863340"/>
            <a:ext cx="54864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280160" y="39547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gap, not margin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80160" y="4366260"/>
            <a:ext cx="10058400" cy="537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Flexbox and Grid both support gap. It's cleaner than margin-right hacks and doesn't leak space at the edges.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5086350"/>
            <a:ext cx="11247120" cy="108585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5086350"/>
            <a:ext cx="73152" cy="108585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5086350"/>
            <a:ext cx="54864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1280160" y="517779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on real device sizes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280160" y="5589270"/>
            <a:ext cx="10058400" cy="537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DevTools → toggle device toolbar (Ctrl/Cmd-Shift-M). Check 375px (iPhone SE), 768px (iPad), 1280px (laptop) before claiming you're done.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MODERN CSS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Cheat sheet — Flexbox, Grid &amp; Responsive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486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47120" cy="914400"/>
        </p:xfrm>
        <a:graphic>
          <a:graphicData uri="http://schemas.openxmlformats.org/drawingml/2006/table">
            <a:tbl>
              <a:tblPr/>
              <a:tblGrid>
                <a:gridCol w="5029200"/>
                <a:gridCol w="621792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 / pattern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display: flex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Make this element a flex container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flex-direction: row | column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axis horizontal or vertical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justify-content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Align along the MAIN axis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align-items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Align along the CROSS axis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gap: 1rem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Space between children (flex + grid)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flex: 1 1 240px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 / shrink / basis — 'at least 240px, then share'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flex-wrap: wrap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 children to wrap to a new 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display: grid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Make this element a grid container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grid-template-columns: 1fr 2fr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cols, second is twice as wide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repeat(auto-fit, minmax(240px, 1fr))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Responsive grid in one rule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@media (min-width: 768px) { ... }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Apply rules at tablet+ widths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clamp(1rem, 2vw, 2rem)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Fluid value: min, ideal, max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transition: transform 0.2s ease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Animate hover changes smoothly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transform: translateY(-4px)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Lift element by 4px (no relayout)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MODERN CSS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731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6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DAY 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now: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22960" y="2194560"/>
            <a:ext cx="320040" cy="3200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94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25880" y="2194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Flexbox for navbars, button groups, and 1D layouts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2697480"/>
            <a:ext cx="320040" cy="3200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97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25880" y="2697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responsive card grids with CSS Grid in one rule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" y="3200400"/>
            <a:ext cx="320040" cy="3200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200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25880" y="3200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mobile-first CSS with min-width media queries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2960" y="3703320"/>
            <a:ext cx="320040" cy="3200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703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25880" y="3703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clamp() for fluid typography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2960" y="4206240"/>
            <a:ext cx="320040" cy="3200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206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25880" y="4206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polished hover transitions without jank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22960" y="5212080"/>
            <a:ext cx="105156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5212080"/>
            <a:ext cx="73152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5303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TOMORROW (DAY 4)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05840" y="55778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— Language Fundamentals. From static pages to programs that actually do things.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MODERN CSS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3 — Modern CSS: Flexbox, Grid &amp; Responsive</dc:title>
  <dc:subject>PptxGenJS Presentation</dc:subject>
  <dc:creator>Training Program</dc:creator>
  <cp:lastModifiedBy>Training Program</cp:lastModifiedBy>
  <cp:revision>1</cp:revision>
  <dcterms:created xsi:type="dcterms:W3CDTF">2026-05-10T10:07:54Z</dcterms:created>
  <dcterms:modified xsi:type="dcterms:W3CDTF">2026-05-10T10:07:54Z</dcterms:modified>
</cp:coreProperties>
</file>