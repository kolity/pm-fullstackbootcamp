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 and the skin of every web page.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semantic HTML5 with accessibility built in, then style it with the CSS box model, selectors, and the cascade.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· 10-DAY COURSE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semantic HTML?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73152" cy="2423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use landmarks like &lt;nav&gt; and &lt;main&gt; to skip around.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&lt;label&gt; + form input lets keyboards and assistive tech work.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describes images for users who can't see them.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17320"/>
            <a:ext cx="73152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86600" y="1600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2860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parse &lt;article&gt;, &lt;section&gt;, &lt;h1&gt; for structure.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heading hierarchy ranks better.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 drive how your page appears in results.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069080"/>
            <a:ext cx="73152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33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tells the next developer 'this is the header'.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style — natural CSS targets without classes.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div soup, more meaning.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06908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069080"/>
            <a:ext cx="73152" cy="24231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233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8660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free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46520" y="493776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effort as &lt;div class="header"&gt;.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already understand semantic tags.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or library needed — pure standards.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HTML page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50876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" y="150876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yourname.com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logo, page title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881360" cy="457200"/>
          </a:xfrm>
          <a:prstGeom prst="rect">
            <a:avLst/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navigation links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7772400" cy="21031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3703320"/>
            <a:ext cx="23317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749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1148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block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3703320"/>
            <a:ext cx="23317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749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41148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block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3703320"/>
            <a:ext cx="23317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749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41148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block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3200400"/>
            <a:ext cx="3017520" cy="2103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410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0392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links,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content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solidFill>
            <a:srgbClr val="FCE7F3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394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F1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0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copyright, contact, social links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HTML scaffold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markup looks like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elements, not div soup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heading hierarchy (one h1, then h2, h3...)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on every image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associated with form inputs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attribute on &lt;html&gt;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Charset and viewport meta tags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content="width=device-width"&gt;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&lt;title&gt;Aisha Khan · Designer&lt;/title&gt;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href="styles.css"&gt;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&lt;h1&gt;Aisha Khan&lt;/h1&gt;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&lt;nav&gt;&lt;a href="#about"&gt;About&lt;/a&gt;&lt;/nav&gt;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&lt;/header&gt;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&lt;section id="about"&gt;...&lt;/section&gt;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&lt;/main&gt;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&lt;footer&gt;© 2026 Aisha&lt;/footer&gt;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&lt;/body&gt;&lt;/html&gt;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— accessible by default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keep forms usable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&lt;input&gt; needs a &lt;label&gt; tied to it via 'for' / 'id'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input type — email, tel, number, date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attribute = browser-level validation, free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 type='submit'&gt; inside the form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fields with &lt;fieldset&gt; + &lt;legend&gt;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is not a label — keep both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form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action="/contact" method="post"&gt;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&lt;fieldset&gt;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&lt;legend&gt;Contact us&lt;/legend&gt;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for="name"&gt;Your name&lt;/label&gt;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id="name" name="name"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type="text" required&gt;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for="email"&gt;Email&lt;/label&gt;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id="email" name="email"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type="email" required&gt;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for="msg"&gt;Message&lt;/label&gt;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&lt;textarea id="msg" name="msg"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rows="5" required&gt;&lt;/textarea&gt;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type="submit"&gt;Send&lt;/button&gt;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&lt;/fieldset&gt;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CSS box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691640"/>
            <a:ext cx="5029200" cy="4114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18872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2194560"/>
            <a:ext cx="411480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606040"/>
            <a:ext cx="3566160" cy="2286000"/>
          </a:xfrm>
          <a:prstGeom prst="rect">
            <a:avLst/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3108960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108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1691640"/>
            <a:ext cx="5120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169164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OUTSIDE the box. Pushes other elements away.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651760"/>
            <a:ext cx="5120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2651760"/>
            <a:ext cx="73152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visible edge. Width adds to the total size.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611880"/>
            <a:ext cx="5120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361188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INSIDE the box, between border and content.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4572000"/>
            <a:ext cx="5120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4572000"/>
            <a:ext cx="73152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663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4983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text or image. Width × height.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5532120"/>
            <a:ext cx="5120640" cy="685800"/>
          </a:xfrm>
          <a:prstGeom prst="rect">
            <a:avLst/>
          </a:prstGeom>
          <a:solidFill>
            <a:srgbClr val="0F172A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5532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 * { box-sizing: border-box }  to make width include padding + border.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and specificity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532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5321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you'll use daily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               — type selector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             — class selector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#main             — id selector (rare)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             — descendant combinator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&gt; a           — direct child only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           — pseudo-class (state)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a::before         — pseudo-element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[type="email"]    — attribute selector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417320"/>
            <a:ext cx="5532120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— who wins?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55080" y="2240280"/>
            <a:ext cx="516636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240280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240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0,0,0,1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 element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0" y="2240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red 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971800"/>
            <a:ext cx="516636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97180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0,0,1,0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attr / pseudo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.intro { ... 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3703320"/>
            <a:ext cx="516636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70332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703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0,1,0,0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3703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#hero { ... }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4434840"/>
            <a:ext cx="516636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443484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434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1,0,0,0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4434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style="..."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54864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specific = wins. Last rule wins on ties.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useful stylesheet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site needs early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margin/padding and set box-sizing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font stack (system fonts are fast)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comfortable max-width and line-height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colours as CSS variables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rem for sizing, not px everywhere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images responsive: max-width: 100%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--bg: #f8fafc;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--fg: #0f172a;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--accent: #2563eb;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system-ui, sans-serif;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var(--bg);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var(--fg);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70ch;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mini-project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Personal Profile page using semantic HTML5 and your own CSS.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with site title and &lt;nav&gt; (3 links)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&lt;main&gt; with three &lt;section&gt; blocks: About, Skills, Projects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About: heading + 2 paragraphs + &lt;img&gt; with proper alt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&lt;ul&gt; with at least 5 items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2 × &lt;article&gt; elements with heading + description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&lt;form&gt; with name, email, message + submit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&lt;footer&gt; with name and copyright year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with external styles.css using CSS variables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108960"/>
            <a:ext cx="3611880" cy="2926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108960"/>
            <a:ext cx="73152" cy="29260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6118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and styles.css committed to your fullstack-journey repo. Tab title shows your name; alt text on every image.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— and what to do instead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 for everything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region is the header, it's a &lt;header&gt;. If it's the navigation, it's &lt;nav&gt;. Saving 3 keystrokes loses you accessibility, SEO, and clarity.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4033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4033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4033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273177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heading levels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14325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jump from &lt;h1&gt; to &lt;h3&gt;. Heading levels form a tree — screen readers and search engines parse it. Use levels in order, even if you have to restyle.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6334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6334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6334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80160" y="39547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alt text — but not 'image of'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36626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meaning, not the file: alt="Aisha smiling at her desk" not alt="image1.jpg". Decorative images can use alt="" (empty).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8635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08635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8635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80160" y="517779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external stylesheets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558927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&lt;style&gt; and style="" attributes don't scale. One styles.css linked from &lt;head&gt; keeps everything in one place — and lets the browser cache it.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HTML &amp; CSS essentials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858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/ 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&lt;header&gt; / &lt;footer&gt;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or section header / footer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&lt;nav&gt;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navigation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&lt;main&gt;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main content (one per page)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&lt;section&gt; / &lt;article&gt;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Thematic group / self-contained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&lt;aside&gt;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Tangentially related content (sidebar)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&lt;h1&gt; ... &lt;h6&gt;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 hierarchy — never skip a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alt="..."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alt text — describes meaning, not filename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&lt;label for="id"&gt;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 a label with a form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display: block | inline | flex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an element 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box-sizing: border-box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includes padding + border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 / padding / border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space / inner space / visible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color / background-color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Foreground and background colours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:root { --x: ... }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CSS variable; use as var(--x)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@media (min-width: 768px)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breakpoint (Day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now: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semantic HTML5 with proper landmarks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accessible forms with labels and validation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elements with selectors of varying specificity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the box model — content, padding, border, margin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CSS variables for clean, themeable styles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TOMORROW (DAY 3)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CSS — Flexbox, Grid &amp; Responsive. Take today's static page and make it work on every screen size.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&amp; CSS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— HTML5 &amp; CSS Fundamentals</dc:title>
  <dc:subject>PptxGenJS Presentation</dc:subject>
  <dc:creator>Training Program</dc:creator>
  <cp:lastModifiedBy>Training Program</cp:lastModifiedBy>
  <cp:revision>1</cp:revision>
  <dcterms:created xsi:type="dcterms:W3CDTF">2026-05-10T06:18:00Z</dcterms:created>
  <dcterms:modified xsi:type="dcterms:W3CDTF">2026-05-10T06:18:00Z</dcterms:modified>
</cp:coreProperties>
</file>