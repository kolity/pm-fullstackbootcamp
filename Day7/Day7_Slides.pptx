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Hooks,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Routing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useState — side effects, shared state, and multiple pages.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useEffect for side effects, Context to share state without prop drilling, and React Router for multi-page apps.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· 10-DAY COURSE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— when your component meets the world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060" y="1554480"/>
            <a:ext cx="35204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0060" y="1554480"/>
            <a:ext cx="352044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0060" y="1554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" y="2331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appears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8660" y="3383280"/>
            <a:ext cx="3063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" y="3383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 runs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46220" y="292608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20540" y="1554480"/>
            <a:ext cx="35204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0540" y="1554480"/>
            <a:ext cx="35204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914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20540" y="1554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03420" y="2331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changed,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re-rendered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49140" y="3383280"/>
            <a:ext cx="3063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9140" y="3383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Cleanup, then effect runs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86700" y="292608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61020" y="1554480"/>
            <a:ext cx="35204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61020" y="1554480"/>
            <a:ext cx="35204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962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61020" y="1554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UNMOUNT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43900" y="2331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leaves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89620" y="3383280"/>
            <a:ext cx="3063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9620" y="3383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 runs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1124712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617720"/>
            <a:ext cx="73152" cy="16002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709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ARRAY DECIDES WHEN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5074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useEffect(fn, [])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5074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on mount; cleanup on unmount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useEffect(fn, [value])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54406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mount AND when value changes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" y="5806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useEffect(fn)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58064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after EVERY render — almost never what you want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— patterns you'll use daily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examples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state to localStorage on every change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 when an id prop changes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something and clean up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run AFTER render is committed to DOM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function to clean 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useEffect.jsx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Save tasks on every change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localStorage.setItem('tasks',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JSON.stringify(tasks));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[tasks]);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Fetch when userId prop changes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fetch(`/api/users/${userId}`)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.then(r =&gt; r.json())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.then(setUser);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[userId]);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Cleanup on unmount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id = setInterval(tick, 1000);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() =&gt; clearInterval(id);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 — reusable stateful logic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starting with 'use'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whose name starts with use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call other hooks inside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whatever you want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out repeated stateful logic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once, use everywhere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useLocalStorage is the classic first 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useLocalStorage.js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useLocalStorage.js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useState, useEffect } from 'react';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useLocalStorage(key, initial) {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[value, setValue] = useState(() =&gt; {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raw = localStorage.getItem(key);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raw ? JSON.parse(raw) : initial;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localStorage.setItem(key, JSON.stringify(value));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[key, value]);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[value, setValue];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it like useState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[tasks, setTasks] = useLocalStorage('tasks', []);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solve prop drilling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PROP DRILLING — passing through layers that don't use 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011680"/>
            <a:ext cx="1645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&lt;App theme&gt;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606040"/>
            <a:ext cx="16459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&lt;Layout theme&gt;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3200400"/>
            <a:ext cx="16459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&lt;Sidebar theme&gt;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3794760"/>
            <a:ext cx="16459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79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&lt;Settings theme&gt;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4389120"/>
            <a:ext cx="16459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&lt;Toggle theme&gt;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377440"/>
            <a:ext cx="0" cy="22860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91840" y="2971800"/>
            <a:ext cx="0" cy="22860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91840" y="3566160"/>
            <a:ext cx="0" cy="22860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91840" y="4160520"/>
            <a:ext cx="0" cy="22860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57200" y="493776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gets a 'theme' prop just to pass it down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14173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CONTEXT — provider broadcasts, consumers read directly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1920240"/>
            <a:ext cx="4937760" cy="320040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8368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ThemeContext.Provider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2440" y="2331720"/>
            <a:ext cx="192024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&lt;App&gt;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92440" y="2880360"/>
            <a:ext cx="192024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&lt;Layout&gt;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2440" y="3429000"/>
            <a:ext cx="192024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&lt;Sidebar&gt;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92440" y="3977640"/>
            <a:ext cx="192024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&lt;Settings&gt;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92440" y="4526280"/>
            <a:ext cx="19202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2440" y="4526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&lt;Toggle&gt;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2194560"/>
            <a:ext cx="0" cy="260604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949440" y="3291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 skips the middle layers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52120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Toggle reads the theme — others don't care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715000"/>
            <a:ext cx="112471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7150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Context for: theme, current user, language. Don't use it for everything — props are still the default.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three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provide, consume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createContext — declare the shape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&lt;Provider value={...}&gt; — wrap the tree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useContext(MyContext) — read in any descendant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once at the top, consume anywhere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 (useTheme) is the cleanest pattern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ThemeContext.jsx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ThemeContext.jsx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createContext, useContext, useState }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'react';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ThemeContext = createContext();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ThemeProvider({ children }) {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[theme, setTheme] = useState('light');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toggle = () =&gt;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setTheme(t =&gt; t === 'light' ? 'dark' : 'light');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&lt;ThemeContext.Provider value={{ theme, toggle }}&gt;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{children}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&lt;/ThemeContext.Provider&gt;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useTheme = () =&gt; useContext(ThemeContext);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— multi-page apps in one bundle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changes → React Router swaps the component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3200400" cy="36576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2057400"/>
            <a:ext cx="1645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0" y="1874520"/>
            <a:ext cx="32004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&lt;Home /&gt;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331720"/>
            <a:ext cx="3200400" cy="365760"/>
          </a:xfrm>
          <a:prstGeom prst="rect">
            <a:avLst/>
          </a:prstGeom>
          <a:solidFill>
            <a:srgbClr val="F1F5F9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2514600"/>
            <a:ext cx="16459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0" y="2331720"/>
            <a:ext cx="320040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&lt;Tasks /&gt;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2788920"/>
            <a:ext cx="3200400" cy="365760"/>
          </a:xfrm>
          <a:prstGeom prst="rect">
            <a:avLst/>
          </a:prstGeom>
          <a:solidFill>
            <a:srgbClr val="F1F5F9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/tasks/42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2971800"/>
            <a:ext cx="16459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43600" y="2788920"/>
            <a:ext cx="32004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&lt;TaskDetail /&gt;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3246120"/>
            <a:ext cx="3200400" cy="365760"/>
          </a:xfrm>
          <a:prstGeom prst="rect">
            <a:avLst/>
          </a:prstGeom>
          <a:solidFill>
            <a:srgbClr val="F1F5F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06240" y="3429000"/>
            <a:ext cx="16459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43600" y="3246120"/>
            <a:ext cx="32004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&lt;Settings /&gt;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11247120" cy="23317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40507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0507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" y="405079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397764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389120"/>
            <a:ext cx="10881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install: npm install react-router-dom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BrowserRouter, Routes, Route, Link } from 'react-router-dom';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&lt;BrowserRouter&gt;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&lt;Routes&gt;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 path="/" element={&lt;Home /&gt;} /&gt;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 path="/tasks/:id" element={&lt;TaskDetail /&gt;} /&gt;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&lt;/Routes&gt;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&lt;/BrowserRouter&gt;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patterns — params and navigation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that make routing dynamic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useParams — read URL params (:id)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useNavigate — go somewhere programmatically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useLocation — read current URL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&lt;Link&gt; not &lt;a&gt; — no full page reload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&lt;NavLink&gt; — adds 'active' class automatically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routing.jsx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useParams, useNavigate, NavLink }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'react-router-dom';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URL param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TaskDetail() {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id } = useParams();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&lt;h1&gt;Task {id}&lt;/h1&gt;;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Navigate after submit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NewTask() {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navigate = useNavigate();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onSubmit() {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...save the task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navigate('/tasks');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Active link styling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&lt;NavLink to="/tasks"&gt;Tasks&lt;/NavLink&gt;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mini-project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React app: Home, Tasks, Settings — with persistent theme.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routes: / (Home), /tasks, /settings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component with shared NavBar + &lt;Outlet /&gt;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useLocalStorage hook used for tasks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survive a refresh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ThemeContext with light/dark toggle in Settings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persists via localStorage too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NavLink shows active route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108960"/>
            <a:ext cx="3611880" cy="2926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108960"/>
            <a:ext cx="73152" cy="29260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6118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routes work. Theme toggle in Settings persists across refresh and applies to every page.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— and what to do instead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dependency array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useEffect(() =&gt; { fetch(...) }) without [] runs after EVERY render — causing infinite fetches. Always pass [] for mount-only, or [deps] for value-driven effects.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4033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4033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4033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273177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&lt;a href="/tasks"&gt;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14325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anchor causes a full page reload — losing all React state. Use &lt;Link to="/tasks"&gt; from react-router-dom, which updates the URL without reloading.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6334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6334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6334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80160" y="39547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 for repeated logic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36626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write the same useEffect + useState pattern in three components, extract a useXxx hook. Test once, reuse forever — and your components stay focused on UI.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8635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08635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8635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80160" y="517779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React DevTools Components tab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558927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context value seems wrong, click the consumer in DevTools — it shows exactly which Provider it's reading from and what value. No more guessing.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Hooks, Context &amp; Routing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21792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useEffect(fn, [])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once on mount; cleanup on unmount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useEffect(fn, [value])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when value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useEffect(fn, [a, b])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when a or b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useEffect(() =&gt; () =&gt; cleanup, [])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 function on unmount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useState(() =&gt; expensive())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 initialization (runs once)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 useThing() { ...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hook (name MUST start with 'use')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createContext(defaultValue)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&lt;Context.Provider value={x}&gt;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value available to descendants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useContext(MyContext)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nearest provider's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&lt;BrowserRouter&gt;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your app for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&lt;Routes&gt;&lt;Route /&gt;&lt;/Routes&gt;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your URL → component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&lt;Route path="/x" element={&lt;X/&gt;} /&gt;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&lt;Route path="/x/:id" /&gt;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route — id is a URL param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&lt;Link to="/x"&gt;Go&lt;/Link&gt;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Navigate without page reload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&lt;NavLink to="/x"&gt;Go&lt;/NavLink&gt;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Link, with active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useParams()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URL 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useNavigate()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Programmatic navigation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&lt;Outlet /&gt;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nested routes render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now: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useEffect for side effects with the right deps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reusable logic into custom hooks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state across the tree without prop drilling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multi-page apps with React Router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URL params and navigate programmatically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TOMORROW (DAY 8)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— the fullstack React framework. Server Components, file-based routing, API routes, and Server Actions.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HOOKS &amp; ROUTING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— React: Hooks, Context &amp; Routing</dc:title>
  <dc:subject>PptxGenJS Presentation</dc:subject>
  <dc:creator>Training Program</dc:creator>
  <cp:lastModifiedBy>Training Program</cp:lastModifiedBy>
  <cp:revision>1</cp:revision>
  <dcterms:created xsi:type="dcterms:W3CDTF">2026-05-10T11:02:13Z</dcterms:created>
  <dcterms:modified xsi:type="dcterms:W3CDTF">2026-05-10T11:02:13Z</dcterms:modified>
</cp:coreProperties>
</file>